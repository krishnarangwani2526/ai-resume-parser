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31B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3863" y="2089645"/>
            <a:ext cx="3038475" cy="3019425"/>
          </a:xfrm>
          <a:custGeom>
            <a:avLst/>
            <a:gdLst/>
            <a:ahLst/>
            <a:cxnLst/>
            <a:rect l="l" t="t" r="r" b="b"/>
            <a:pathLst>
              <a:path w="3038475" h="3019425">
                <a:moveTo>
                  <a:pt x="1053680" y="1532712"/>
                </a:moveTo>
                <a:lnTo>
                  <a:pt x="1053109" y="1479778"/>
                </a:lnTo>
                <a:lnTo>
                  <a:pt x="1051420" y="1427162"/>
                </a:lnTo>
                <a:lnTo>
                  <a:pt x="1048626" y="1374889"/>
                </a:lnTo>
                <a:lnTo>
                  <a:pt x="1044740" y="1322959"/>
                </a:lnTo>
                <a:lnTo>
                  <a:pt x="1039761" y="1271384"/>
                </a:lnTo>
                <a:lnTo>
                  <a:pt x="1033716" y="1220203"/>
                </a:lnTo>
                <a:lnTo>
                  <a:pt x="1026604" y="1169403"/>
                </a:lnTo>
                <a:lnTo>
                  <a:pt x="1018451" y="1119009"/>
                </a:lnTo>
                <a:lnTo>
                  <a:pt x="1009269" y="1069035"/>
                </a:lnTo>
                <a:lnTo>
                  <a:pt x="999070" y="1019492"/>
                </a:lnTo>
                <a:lnTo>
                  <a:pt x="987869" y="970419"/>
                </a:lnTo>
                <a:lnTo>
                  <a:pt x="975664" y="921791"/>
                </a:lnTo>
                <a:lnTo>
                  <a:pt x="962494" y="873658"/>
                </a:lnTo>
                <a:lnTo>
                  <a:pt x="948347" y="826020"/>
                </a:lnTo>
                <a:lnTo>
                  <a:pt x="933246" y="778878"/>
                </a:lnTo>
                <a:lnTo>
                  <a:pt x="917206" y="732282"/>
                </a:lnTo>
                <a:lnTo>
                  <a:pt x="900239" y="686206"/>
                </a:lnTo>
                <a:lnTo>
                  <a:pt x="882357" y="640702"/>
                </a:lnTo>
                <a:lnTo>
                  <a:pt x="863574" y="595757"/>
                </a:lnTo>
                <a:lnTo>
                  <a:pt x="843902" y="551395"/>
                </a:lnTo>
                <a:lnTo>
                  <a:pt x="823353" y="507631"/>
                </a:lnTo>
                <a:lnTo>
                  <a:pt x="801941" y="464489"/>
                </a:lnTo>
                <a:lnTo>
                  <a:pt x="779691" y="421970"/>
                </a:lnTo>
                <a:lnTo>
                  <a:pt x="756589" y="380098"/>
                </a:lnTo>
                <a:lnTo>
                  <a:pt x="732663" y="338886"/>
                </a:lnTo>
                <a:lnTo>
                  <a:pt x="707936" y="298335"/>
                </a:lnTo>
                <a:lnTo>
                  <a:pt x="682396" y="258483"/>
                </a:lnTo>
                <a:lnTo>
                  <a:pt x="656082" y="219329"/>
                </a:lnTo>
                <a:lnTo>
                  <a:pt x="628992" y="180898"/>
                </a:lnTo>
                <a:lnTo>
                  <a:pt x="601154" y="143192"/>
                </a:lnTo>
                <a:lnTo>
                  <a:pt x="572554" y="106235"/>
                </a:lnTo>
                <a:lnTo>
                  <a:pt x="543229" y="70040"/>
                </a:lnTo>
                <a:lnTo>
                  <a:pt x="513181" y="34632"/>
                </a:lnTo>
                <a:lnTo>
                  <a:pt x="482434" y="0"/>
                </a:lnTo>
                <a:lnTo>
                  <a:pt x="0" y="0"/>
                </a:lnTo>
                <a:lnTo>
                  <a:pt x="0" y="3019272"/>
                </a:lnTo>
                <a:lnTo>
                  <a:pt x="523201" y="3019272"/>
                </a:lnTo>
                <a:lnTo>
                  <a:pt x="553631" y="2982912"/>
                </a:lnTo>
                <a:lnTo>
                  <a:pt x="583298" y="2945879"/>
                </a:lnTo>
                <a:lnTo>
                  <a:pt x="612190" y="2908173"/>
                </a:lnTo>
                <a:lnTo>
                  <a:pt x="640308" y="2869793"/>
                </a:lnTo>
                <a:lnTo>
                  <a:pt x="667626" y="2830728"/>
                </a:lnTo>
                <a:lnTo>
                  <a:pt x="694131" y="2791002"/>
                </a:lnTo>
                <a:lnTo>
                  <a:pt x="719823" y="2750604"/>
                </a:lnTo>
                <a:lnTo>
                  <a:pt x="744664" y="2709545"/>
                </a:lnTo>
                <a:lnTo>
                  <a:pt x="768667" y="2667825"/>
                </a:lnTo>
                <a:lnTo>
                  <a:pt x="791794" y="2625458"/>
                </a:lnTo>
                <a:lnTo>
                  <a:pt x="814044" y="2582418"/>
                </a:lnTo>
                <a:lnTo>
                  <a:pt x="835406" y="2538742"/>
                </a:lnTo>
                <a:lnTo>
                  <a:pt x="855853" y="2494407"/>
                </a:lnTo>
                <a:lnTo>
                  <a:pt x="875385" y="2449423"/>
                </a:lnTo>
                <a:lnTo>
                  <a:pt x="893978" y="2403805"/>
                </a:lnTo>
                <a:lnTo>
                  <a:pt x="911618" y="2357539"/>
                </a:lnTo>
                <a:lnTo>
                  <a:pt x="928306" y="2310638"/>
                </a:lnTo>
                <a:lnTo>
                  <a:pt x="944016" y="2263114"/>
                </a:lnTo>
                <a:lnTo>
                  <a:pt x="958735" y="2214943"/>
                </a:lnTo>
                <a:lnTo>
                  <a:pt x="972439" y="2166150"/>
                </a:lnTo>
                <a:lnTo>
                  <a:pt x="985139" y="2116734"/>
                </a:lnTo>
                <a:lnTo>
                  <a:pt x="996810" y="2066696"/>
                </a:lnTo>
                <a:lnTo>
                  <a:pt x="1007427" y="2016036"/>
                </a:lnTo>
                <a:lnTo>
                  <a:pt x="1016990" y="1964753"/>
                </a:lnTo>
                <a:lnTo>
                  <a:pt x="1025474" y="1912874"/>
                </a:lnTo>
                <a:lnTo>
                  <a:pt x="1032878" y="1860372"/>
                </a:lnTo>
                <a:lnTo>
                  <a:pt x="1039177" y="1807260"/>
                </a:lnTo>
                <a:lnTo>
                  <a:pt x="1044359" y="1753552"/>
                </a:lnTo>
                <a:lnTo>
                  <a:pt x="1048410" y="1699234"/>
                </a:lnTo>
                <a:lnTo>
                  <a:pt x="1051331" y="1644319"/>
                </a:lnTo>
                <a:lnTo>
                  <a:pt x="1053084" y="1588808"/>
                </a:lnTo>
                <a:lnTo>
                  <a:pt x="1053680" y="1532712"/>
                </a:lnTo>
                <a:close/>
              </a:path>
              <a:path w="3038475" h="3019425">
                <a:moveTo>
                  <a:pt x="2027707" y="1516075"/>
                </a:moveTo>
                <a:lnTo>
                  <a:pt x="2027123" y="1462316"/>
                </a:lnTo>
                <a:lnTo>
                  <a:pt x="2025383" y="1408887"/>
                </a:lnTo>
                <a:lnTo>
                  <a:pt x="2022487" y="1355801"/>
                </a:lnTo>
                <a:lnTo>
                  <a:pt x="2018474" y="1303070"/>
                </a:lnTo>
                <a:lnTo>
                  <a:pt x="2013343" y="1250708"/>
                </a:lnTo>
                <a:lnTo>
                  <a:pt x="2007095" y="1198753"/>
                </a:lnTo>
                <a:lnTo>
                  <a:pt x="1999767" y="1147191"/>
                </a:lnTo>
                <a:lnTo>
                  <a:pt x="1991372" y="1096048"/>
                </a:lnTo>
                <a:lnTo>
                  <a:pt x="1981898" y="1045349"/>
                </a:lnTo>
                <a:lnTo>
                  <a:pt x="1971382" y="995108"/>
                </a:lnTo>
                <a:lnTo>
                  <a:pt x="1959838" y="945324"/>
                </a:lnTo>
                <a:lnTo>
                  <a:pt x="1947265" y="896035"/>
                </a:lnTo>
                <a:lnTo>
                  <a:pt x="1933676" y="847242"/>
                </a:lnTo>
                <a:lnTo>
                  <a:pt x="1919109" y="798957"/>
                </a:lnTo>
                <a:lnTo>
                  <a:pt x="1903552" y="751205"/>
                </a:lnTo>
                <a:lnTo>
                  <a:pt x="1887029" y="703999"/>
                </a:lnTo>
                <a:lnTo>
                  <a:pt x="1869567" y="657352"/>
                </a:lnTo>
                <a:lnTo>
                  <a:pt x="1851152" y="611289"/>
                </a:lnTo>
                <a:lnTo>
                  <a:pt x="1831809" y="565810"/>
                </a:lnTo>
                <a:lnTo>
                  <a:pt x="1811566" y="520941"/>
                </a:lnTo>
                <a:lnTo>
                  <a:pt x="1790420" y="476694"/>
                </a:lnTo>
                <a:lnTo>
                  <a:pt x="1768386" y="433082"/>
                </a:lnTo>
                <a:lnTo>
                  <a:pt x="1745488" y="390131"/>
                </a:lnTo>
                <a:lnTo>
                  <a:pt x="1721726" y="347853"/>
                </a:lnTo>
                <a:lnTo>
                  <a:pt x="1697126" y="306247"/>
                </a:lnTo>
                <a:lnTo>
                  <a:pt x="1671701" y="265353"/>
                </a:lnTo>
                <a:lnTo>
                  <a:pt x="1645450" y="225171"/>
                </a:lnTo>
                <a:lnTo>
                  <a:pt x="1618411" y="185724"/>
                </a:lnTo>
                <a:lnTo>
                  <a:pt x="1590573" y="147027"/>
                </a:lnTo>
                <a:lnTo>
                  <a:pt x="1561960" y="109080"/>
                </a:lnTo>
                <a:lnTo>
                  <a:pt x="1532597" y="71920"/>
                </a:lnTo>
                <a:lnTo>
                  <a:pt x="1502473" y="35560"/>
                </a:lnTo>
                <a:lnTo>
                  <a:pt x="1471625" y="0"/>
                </a:lnTo>
                <a:lnTo>
                  <a:pt x="1060323" y="0"/>
                </a:lnTo>
                <a:lnTo>
                  <a:pt x="1060323" y="3019272"/>
                </a:lnTo>
                <a:lnTo>
                  <a:pt x="1483309" y="3019272"/>
                </a:lnTo>
                <a:lnTo>
                  <a:pt x="1513535" y="2983852"/>
                </a:lnTo>
                <a:lnTo>
                  <a:pt x="1543037" y="2947682"/>
                </a:lnTo>
                <a:lnTo>
                  <a:pt x="1571802" y="2910763"/>
                </a:lnTo>
                <a:lnTo>
                  <a:pt x="1599831" y="2873121"/>
                </a:lnTo>
                <a:lnTo>
                  <a:pt x="1627085" y="2834754"/>
                </a:lnTo>
                <a:lnTo>
                  <a:pt x="1653578" y="2795676"/>
                </a:lnTo>
                <a:lnTo>
                  <a:pt x="1679282" y="2755900"/>
                </a:lnTo>
                <a:lnTo>
                  <a:pt x="1704174" y="2715450"/>
                </a:lnTo>
                <a:lnTo>
                  <a:pt x="1728266" y="2674315"/>
                </a:lnTo>
                <a:lnTo>
                  <a:pt x="1751533" y="2632532"/>
                </a:lnTo>
                <a:lnTo>
                  <a:pt x="1773948" y="2590088"/>
                </a:lnTo>
                <a:lnTo>
                  <a:pt x="1795513" y="2547010"/>
                </a:lnTo>
                <a:lnTo>
                  <a:pt x="1816214" y="2503309"/>
                </a:lnTo>
                <a:lnTo>
                  <a:pt x="1836039" y="2458986"/>
                </a:lnTo>
                <a:lnTo>
                  <a:pt x="1854962" y="2414066"/>
                </a:lnTo>
                <a:lnTo>
                  <a:pt x="1872983" y="2368562"/>
                </a:lnTo>
                <a:lnTo>
                  <a:pt x="1890077" y="2322474"/>
                </a:lnTo>
                <a:lnTo>
                  <a:pt x="1906244" y="2275814"/>
                </a:lnTo>
                <a:lnTo>
                  <a:pt x="1921471" y="2228608"/>
                </a:lnTo>
                <a:lnTo>
                  <a:pt x="1935734" y="2180856"/>
                </a:lnTo>
                <a:lnTo>
                  <a:pt x="1949018" y="2132571"/>
                </a:lnTo>
                <a:lnTo>
                  <a:pt x="1961311" y="2083765"/>
                </a:lnTo>
                <a:lnTo>
                  <a:pt x="1972614" y="2034463"/>
                </a:lnTo>
                <a:lnTo>
                  <a:pt x="1982901" y="1984654"/>
                </a:lnTo>
                <a:lnTo>
                  <a:pt x="1992160" y="1934362"/>
                </a:lnTo>
                <a:lnTo>
                  <a:pt x="2000389" y="1883613"/>
                </a:lnTo>
                <a:lnTo>
                  <a:pt x="2007552" y="1832394"/>
                </a:lnTo>
                <a:lnTo>
                  <a:pt x="2013661" y="1780717"/>
                </a:lnTo>
                <a:lnTo>
                  <a:pt x="2018677" y="1728622"/>
                </a:lnTo>
                <a:lnTo>
                  <a:pt x="2022614" y="1676095"/>
                </a:lnTo>
                <a:lnTo>
                  <a:pt x="2025434" y="1623148"/>
                </a:lnTo>
                <a:lnTo>
                  <a:pt x="2027135" y="1569808"/>
                </a:lnTo>
                <a:lnTo>
                  <a:pt x="2027707" y="1516075"/>
                </a:lnTo>
                <a:close/>
              </a:path>
              <a:path w="3038475" h="3019425">
                <a:moveTo>
                  <a:pt x="3038398" y="1496301"/>
                </a:moveTo>
                <a:lnTo>
                  <a:pt x="3038094" y="1438211"/>
                </a:lnTo>
                <a:lnTo>
                  <a:pt x="3037154" y="1380490"/>
                </a:lnTo>
                <a:lnTo>
                  <a:pt x="3035617" y="1323174"/>
                </a:lnTo>
                <a:lnTo>
                  <a:pt x="3033458" y="1266278"/>
                </a:lnTo>
                <a:lnTo>
                  <a:pt x="3030715" y="1209827"/>
                </a:lnTo>
                <a:lnTo>
                  <a:pt x="3027388" y="1153833"/>
                </a:lnTo>
                <a:lnTo>
                  <a:pt x="3023463" y="1098321"/>
                </a:lnTo>
                <a:lnTo>
                  <a:pt x="3018980" y="1043305"/>
                </a:lnTo>
                <a:lnTo>
                  <a:pt x="3013926" y="988809"/>
                </a:lnTo>
                <a:lnTo>
                  <a:pt x="3008312" y="934859"/>
                </a:lnTo>
                <a:lnTo>
                  <a:pt x="3002153" y="881456"/>
                </a:lnTo>
                <a:lnTo>
                  <a:pt x="2995460" y="828649"/>
                </a:lnTo>
                <a:lnTo>
                  <a:pt x="2988221" y="776439"/>
                </a:lnTo>
                <a:lnTo>
                  <a:pt x="2980461" y="724839"/>
                </a:lnTo>
                <a:lnTo>
                  <a:pt x="2972181" y="673887"/>
                </a:lnTo>
                <a:lnTo>
                  <a:pt x="2963392" y="623595"/>
                </a:lnTo>
                <a:lnTo>
                  <a:pt x="2954096" y="573976"/>
                </a:lnTo>
                <a:lnTo>
                  <a:pt x="2944317" y="525068"/>
                </a:lnTo>
                <a:lnTo>
                  <a:pt x="2934043" y="476872"/>
                </a:lnTo>
                <a:lnTo>
                  <a:pt x="2923286" y="429425"/>
                </a:lnTo>
                <a:lnTo>
                  <a:pt x="2912072" y="382727"/>
                </a:lnTo>
                <a:lnTo>
                  <a:pt x="2900388" y="336816"/>
                </a:lnTo>
                <a:lnTo>
                  <a:pt x="2888246" y="291706"/>
                </a:lnTo>
                <a:lnTo>
                  <a:pt x="2875661" y="247408"/>
                </a:lnTo>
                <a:lnTo>
                  <a:pt x="2862630" y="203962"/>
                </a:lnTo>
                <a:lnTo>
                  <a:pt x="2849181" y="161366"/>
                </a:lnTo>
                <a:lnTo>
                  <a:pt x="2835300" y="119659"/>
                </a:lnTo>
                <a:lnTo>
                  <a:pt x="2821000" y="78841"/>
                </a:lnTo>
                <a:lnTo>
                  <a:pt x="2806293" y="38950"/>
                </a:lnTo>
                <a:lnTo>
                  <a:pt x="2791193" y="0"/>
                </a:lnTo>
                <a:lnTo>
                  <a:pt x="2684043" y="0"/>
                </a:lnTo>
                <a:lnTo>
                  <a:pt x="2684043" y="1322755"/>
                </a:lnTo>
                <a:lnTo>
                  <a:pt x="2680335" y="1265250"/>
                </a:lnTo>
                <a:lnTo>
                  <a:pt x="2675826" y="1208214"/>
                </a:lnTo>
                <a:lnTo>
                  <a:pt x="2670530" y="1151686"/>
                </a:lnTo>
                <a:lnTo>
                  <a:pt x="2664460" y="1095692"/>
                </a:lnTo>
                <a:lnTo>
                  <a:pt x="2657627" y="1040231"/>
                </a:lnTo>
                <a:lnTo>
                  <a:pt x="2650045" y="985329"/>
                </a:lnTo>
                <a:lnTo>
                  <a:pt x="2641714" y="931024"/>
                </a:lnTo>
                <a:lnTo>
                  <a:pt x="2632646" y="877316"/>
                </a:lnTo>
                <a:lnTo>
                  <a:pt x="2622854" y="824242"/>
                </a:lnTo>
                <a:lnTo>
                  <a:pt x="2612352" y="771804"/>
                </a:lnTo>
                <a:lnTo>
                  <a:pt x="2601163" y="720051"/>
                </a:lnTo>
                <a:lnTo>
                  <a:pt x="2589276" y="668985"/>
                </a:lnTo>
                <a:lnTo>
                  <a:pt x="2576703" y="618617"/>
                </a:lnTo>
                <a:lnTo>
                  <a:pt x="2563469" y="568998"/>
                </a:lnTo>
                <a:lnTo>
                  <a:pt x="2549575" y="520115"/>
                </a:lnTo>
                <a:lnTo>
                  <a:pt x="2535047" y="472020"/>
                </a:lnTo>
                <a:lnTo>
                  <a:pt x="2519870" y="424713"/>
                </a:lnTo>
                <a:lnTo>
                  <a:pt x="2504084" y="378231"/>
                </a:lnTo>
                <a:lnTo>
                  <a:pt x="2487676" y="332574"/>
                </a:lnTo>
                <a:lnTo>
                  <a:pt x="2470658" y="287782"/>
                </a:lnTo>
                <a:lnTo>
                  <a:pt x="2453055" y="243865"/>
                </a:lnTo>
                <a:lnTo>
                  <a:pt x="2434882" y="200850"/>
                </a:lnTo>
                <a:lnTo>
                  <a:pt x="2416124" y="158750"/>
                </a:lnTo>
                <a:lnTo>
                  <a:pt x="2396820" y="117602"/>
                </a:lnTo>
                <a:lnTo>
                  <a:pt x="2376957" y="77406"/>
                </a:lnTo>
                <a:lnTo>
                  <a:pt x="2356561" y="38201"/>
                </a:lnTo>
                <a:lnTo>
                  <a:pt x="2335644" y="0"/>
                </a:lnTo>
                <a:lnTo>
                  <a:pt x="2041321" y="0"/>
                </a:lnTo>
                <a:lnTo>
                  <a:pt x="2041321" y="3019272"/>
                </a:lnTo>
                <a:lnTo>
                  <a:pt x="2384310" y="3019272"/>
                </a:lnTo>
                <a:lnTo>
                  <a:pt x="2403665" y="2979331"/>
                </a:lnTo>
                <a:lnTo>
                  <a:pt x="2422487" y="2938462"/>
                </a:lnTo>
                <a:lnTo>
                  <a:pt x="2440762" y="2896692"/>
                </a:lnTo>
                <a:lnTo>
                  <a:pt x="2458478" y="2854033"/>
                </a:lnTo>
                <a:lnTo>
                  <a:pt x="2475636" y="2810497"/>
                </a:lnTo>
                <a:lnTo>
                  <a:pt x="2492222" y="2766110"/>
                </a:lnTo>
                <a:lnTo>
                  <a:pt x="2508224" y="2720911"/>
                </a:lnTo>
                <a:lnTo>
                  <a:pt x="2523617" y="2674886"/>
                </a:lnTo>
                <a:lnTo>
                  <a:pt x="2538412" y="2628087"/>
                </a:lnTo>
                <a:lnTo>
                  <a:pt x="2552598" y="2580513"/>
                </a:lnTo>
                <a:lnTo>
                  <a:pt x="2566149" y="2532189"/>
                </a:lnTo>
                <a:lnTo>
                  <a:pt x="2579065" y="2483142"/>
                </a:lnTo>
                <a:lnTo>
                  <a:pt x="2591320" y="2433396"/>
                </a:lnTo>
                <a:lnTo>
                  <a:pt x="2602928" y="2382951"/>
                </a:lnTo>
                <a:lnTo>
                  <a:pt x="2613863" y="2331834"/>
                </a:lnTo>
                <a:lnTo>
                  <a:pt x="2624112" y="2280081"/>
                </a:lnTo>
                <a:lnTo>
                  <a:pt x="2633675" y="2227694"/>
                </a:lnTo>
                <a:lnTo>
                  <a:pt x="2642539" y="2174710"/>
                </a:lnTo>
                <a:lnTo>
                  <a:pt x="2650693" y="2121128"/>
                </a:lnTo>
                <a:lnTo>
                  <a:pt x="2658122" y="2066988"/>
                </a:lnTo>
                <a:lnTo>
                  <a:pt x="2664815" y="2012289"/>
                </a:lnTo>
                <a:lnTo>
                  <a:pt x="2670759" y="1957082"/>
                </a:lnTo>
                <a:lnTo>
                  <a:pt x="2675953" y="1901355"/>
                </a:lnTo>
                <a:lnTo>
                  <a:pt x="2680385" y="1845144"/>
                </a:lnTo>
                <a:lnTo>
                  <a:pt x="2684043" y="1788477"/>
                </a:lnTo>
                <a:lnTo>
                  <a:pt x="2684043" y="3019272"/>
                </a:lnTo>
                <a:lnTo>
                  <a:pt x="2780436" y="3019272"/>
                </a:lnTo>
                <a:lnTo>
                  <a:pt x="2795663" y="2981312"/>
                </a:lnTo>
                <a:lnTo>
                  <a:pt x="2810510" y="2942336"/>
                </a:lnTo>
                <a:lnTo>
                  <a:pt x="2824950" y="2902394"/>
                </a:lnTo>
                <a:lnTo>
                  <a:pt x="2838996" y="2861487"/>
                </a:lnTo>
                <a:lnTo>
                  <a:pt x="2852636" y="2819654"/>
                </a:lnTo>
                <a:lnTo>
                  <a:pt x="2865856" y="2776918"/>
                </a:lnTo>
                <a:lnTo>
                  <a:pt x="2878645" y="2733319"/>
                </a:lnTo>
                <a:lnTo>
                  <a:pt x="2891015" y="2688869"/>
                </a:lnTo>
                <a:lnTo>
                  <a:pt x="2902928" y="2643606"/>
                </a:lnTo>
                <a:lnTo>
                  <a:pt x="2914408" y="2597543"/>
                </a:lnTo>
                <a:lnTo>
                  <a:pt x="2925432" y="2550731"/>
                </a:lnTo>
                <a:lnTo>
                  <a:pt x="2935986" y="2503170"/>
                </a:lnTo>
                <a:lnTo>
                  <a:pt x="2946069" y="2454910"/>
                </a:lnTo>
                <a:lnTo>
                  <a:pt x="2955671" y="2405964"/>
                </a:lnTo>
                <a:lnTo>
                  <a:pt x="2964789" y="2356370"/>
                </a:lnTo>
                <a:lnTo>
                  <a:pt x="2973425" y="2306155"/>
                </a:lnTo>
                <a:lnTo>
                  <a:pt x="2981553" y="2255329"/>
                </a:lnTo>
                <a:lnTo>
                  <a:pt x="2989161" y="2203932"/>
                </a:lnTo>
                <a:lnTo>
                  <a:pt x="2996260" y="2152002"/>
                </a:lnTo>
                <a:lnTo>
                  <a:pt x="3002838" y="2099551"/>
                </a:lnTo>
                <a:lnTo>
                  <a:pt x="3008884" y="2046605"/>
                </a:lnTo>
                <a:lnTo>
                  <a:pt x="3014395" y="1993201"/>
                </a:lnTo>
                <a:lnTo>
                  <a:pt x="3019348" y="1939366"/>
                </a:lnTo>
                <a:lnTo>
                  <a:pt x="3023755" y="1885111"/>
                </a:lnTo>
                <a:lnTo>
                  <a:pt x="3027591" y="1830489"/>
                </a:lnTo>
                <a:lnTo>
                  <a:pt x="3030867" y="1775510"/>
                </a:lnTo>
                <a:lnTo>
                  <a:pt x="3033560" y="1720215"/>
                </a:lnTo>
                <a:lnTo>
                  <a:pt x="3035668" y="1664614"/>
                </a:lnTo>
                <a:lnTo>
                  <a:pt x="3037179" y="1608747"/>
                </a:lnTo>
                <a:lnTo>
                  <a:pt x="3038094" y="1552638"/>
                </a:lnTo>
                <a:lnTo>
                  <a:pt x="3038398" y="1496301"/>
                </a:lnTo>
                <a:close/>
              </a:path>
            </a:pathLst>
          </a:custGeom>
          <a:solidFill>
            <a:srgbClr val="0C46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1252" y="377590"/>
            <a:ext cx="7147753" cy="3975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54225" y="1112387"/>
            <a:ext cx="4906009" cy="349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041999" cy="2089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05480">
              <a:lnSpc>
                <a:spcPct val="100000"/>
              </a:lnSpc>
              <a:spcBef>
                <a:spcPts val="100"/>
              </a:spcBef>
            </a:pPr>
            <a:r>
              <a:rPr dirty="0" spc="-185"/>
              <a:t>Problem</a:t>
            </a:r>
            <a:r>
              <a:rPr dirty="0" spc="-180"/>
              <a:t> </a:t>
            </a:r>
            <a:r>
              <a:rPr dirty="0" spc="-105"/>
              <a:t>&amp;</a:t>
            </a:r>
            <a:r>
              <a:rPr dirty="0" spc="-175"/>
              <a:t> </a:t>
            </a:r>
            <a:r>
              <a:rPr dirty="0" spc="-114"/>
              <a:t>Motivation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554225" y="1112387"/>
            <a:ext cx="4743450" cy="1766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Manual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resume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screening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bottleneck</a:t>
            </a:r>
            <a:r>
              <a:rPr dirty="0" sz="11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hiring:</a:t>
            </a:r>
            <a:endParaRPr sz="1100">
              <a:latin typeface="Arial MT"/>
              <a:cs typeface="Arial MT"/>
            </a:endParaRPr>
          </a:p>
          <a:p>
            <a:pPr algn="just" marL="12700" marR="630555">
              <a:lnSpc>
                <a:spcPct val="205900"/>
              </a:lnSpc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Time-</a:t>
            </a: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consuming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dirty="0" sz="11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Recruiters</a:t>
            </a:r>
            <a:r>
              <a:rPr dirty="0" sz="11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spend</a:t>
            </a:r>
            <a:r>
              <a:rPr dirty="0" sz="11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hours</a:t>
            </a:r>
            <a:r>
              <a:rPr dirty="0" sz="11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sifting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through</a:t>
            </a:r>
            <a:r>
              <a:rPr dirty="0" sz="11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resumes. </a:t>
            </a: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Error-prone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dirty="0" sz="11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Human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review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misses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key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details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introduces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bias. </a:t>
            </a: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Inconsistent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 Different recruiters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interpret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resumes</a:t>
            </a:r>
            <a:r>
              <a:rPr dirty="0" sz="11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differently.</a:t>
            </a:r>
            <a:endParaRPr sz="1100">
              <a:latin typeface="Arial MT"/>
              <a:cs typeface="Arial MT"/>
            </a:endParaRPr>
          </a:p>
          <a:p>
            <a:pPr algn="just"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100" spc="-11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dirty="0" sz="11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need</a:t>
            </a:r>
            <a:r>
              <a:rPr dirty="0" sz="11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intelligent</a:t>
            </a:r>
            <a:r>
              <a:rPr dirty="0" sz="11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automation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 streamline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recruitment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unlock</a:t>
            </a:r>
            <a:r>
              <a:rPr dirty="0" sz="11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candidate potential!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041999" cy="2089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0548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Solution</a:t>
            </a:r>
            <a:r>
              <a:rPr dirty="0" spc="-175"/>
              <a:t> Overview</a:t>
            </a:r>
            <a:r>
              <a:rPr dirty="0" spc="-170"/>
              <a:t> </a:t>
            </a:r>
            <a:r>
              <a:rPr dirty="0" spc="-254"/>
              <a:t>—</a:t>
            </a:r>
            <a:r>
              <a:rPr dirty="0" spc="-175"/>
              <a:t> </a:t>
            </a:r>
            <a:r>
              <a:rPr dirty="0" spc="90"/>
              <a:t>AI</a:t>
            </a:r>
            <a:r>
              <a:rPr dirty="0" spc="-170"/>
              <a:t> </a:t>
            </a:r>
            <a:r>
              <a:rPr dirty="0" spc="-190"/>
              <a:t>Resume</a:t>
            </a:r>
            <a:r>
              <a:rPr dirty="0" spc="-175"/>
              <a:t> </a:t>
            </a:r>
            <a:r>
              <a:rPr dirty="0" spc="-80"/>
              <a:t>Parser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554225" y="1112387"/>
            <a:ext cx="4936490" cy="1766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dirty="0" sz="11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dirty="0" sz="11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Resume</a:t>
            </a:r>
            <a:r>
              <a:rPr dirty="0" sz="11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Parser</a:t>
            </a:r>
            <a:r>
              <a:rPr dirty="0" sz="11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dirty="0" sz="11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11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game-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changer: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Automated</a:t>
            </a:r>
            <a:r>
              <a:rPr dirty="0" sz="11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resume</a:t>
            </a:r>
            <a:r>
              <a:rPr dirty="0" sz="11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processing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Extracts</a:t>
            </a:r>
            <a:r>
              <a:rPr dirty="0" sz="11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11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resumes</a:t>
            </a:r>
            <a:r>
              <a:rPr dirty="0" sz="11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automatically.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Intelligent</a:t>
            </a:r>
            <a:r>
              <a:rPr dirty="0" sz="11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Uses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understand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skills,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experience,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qualifications.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Structured</a:t>
            </a:r>
            <a:r>
              <a:rPr dirty="0" sz="11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Converts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unstructured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resumes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into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usable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1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recruitment systems.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It's</a:t>
            </a:r>
            <a:r>
              <a:rPr dirty="0" sz="1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smart</a:t>
            </a:r>
            <a:r>
              <a:rPr dirty="0" sz="1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way</a:t>
            </a:r>
            <a:r>
              <a:rPr dirty="0" sz="1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1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find</a:t>
            </a:r>
            <a:r>
              <a:rPr dirty="0" sz="1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best</a:t>
            </a:r>
            <a:r>
              <a:rPr dirty="0" sz="1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talent</a:t>
            </a:r>
            <a:r>
              <a:rPr dirty="0" sz="1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faster!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E6F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5230495" cy="5143500"/>
          </a:xfrm>
          <a:custGeom>
            <a:avLst/>
            <a:gdLst/>
            <a:ahLst/>
            <a:cxnLst/>
            <a:rect l="l" t="t" r="r" b="b"/>
            <a:pathLst>
              <a:path w="5230495" h="5143500">
                <a:moveTo>
                  <a:pt x="5230419" y="2901378"/>
                </a:moveTo>
                <a:lnTo>
                  <a:pt x="5230076" y="2849930"/>
                </a:lnTo>
                <a:lnTo>
                  <a:pt x="5229034" y="2798559"/>
                </a:lnTo>
                <a:lnTo>
                  <a:pt x="5227320" y="2747302"/>
                </a:lnTo>
                <a:lnTo>
                  <a:pt x="5224919" y="2696159"/>
                </a:lnTo>
                <a:lnTo>
                  <a:pt x="5221833" y="2645130"/>
                </a:lnTo>
                <a:lnTo>
                  <a:pt x="5218074" y="2594216"/>
                </a:lnTo>
                <a:lnTo>
                  <a:pt x="5213629" y="2543454"/>
                </a:lnTo>
                <a:lnTo>
                  <a:pt x="5208524" y="2492832"/>
                </a:lnTo>
                <a:lnTo>
                  <a:pt x="5202758" y="2442362"/>
                </a:lnTo>
                <a:lnTo>
                  <a:pt x="5196319" y="2392070"/>
                </a:lnTo>
                <a:lnTo>
                  <a:pt x="5189220" y="2341930"/>
                </a:lnTo>
                <a:lnTo>
                  <a:pt x="5181460" y="2291981"/>
                </a:lnTo>
                <a:lnTo>
                  <a:pt x="5173040" y="2242210"/>
                </a:lnTo>
                <a:lnTo>
                  <a:pt x="5163972" y="2192642"/>
                </a:lnTo>
                <a:lnTo>
                  <a:pt x="5154257" y="2143290"/>
                </a:lnTo>
                <a:lnTo>
                  <a:pt x="5143893" y="2094141"/>
                </a:lnTo>
                <a:lnTo>
                  <a:pt x="5132895" y="2045220"/>
                </a:lnTo>
                <a:lnTo>
                  <a:pt x="5121249" y="1996528"/>
                </a:lnTo>
                <a:lnTo>
                  <a:pt x="5108956" y="1948078"/>
                </a:lnTo>
                <a:lnTo>
                  <a:pt x="5096040" y="1899881"/>
                </a:lnTo>
                <a:lnTo>
                  <a:pt x="5082489" y="1851939"/>
                </a:lnTo>
                <a:lnTo>
                  <a:pt x="5068316" y="1804263"/>
                </a:lnTo>
                <a:lnTo>
                  <a:pt x="5053508" y="1756854"/>
                </a:lnTo>
                <a:lnTo>
                  <a:pt x="5038077" y="1709750"/>
                </a:lnTo>
                <a:lnTo>
                  <a:pt x="5022037" y="1662925"/>
                </a:lnTo>
                <a:lnTo>
                  <a:pt x="5005375" y="1616405"/>
                </a:lnTo>
                <a:lnTo>
                  <a:pt x="4988103" y="1570189"/>
                </a:lnTo>
                <a:lnTo>
                  <a:pt x="4970221" y="1524304"/>
                </a:lnTo>
                <a:lnTo>
                  <a:pt x="4951730" y="1478737"/>
                </a:lnTo>
                <a:lnTo>
                  <a:pt x="4932642" y="1433512"/>
                </a:lnTo>
                <a:lnTo>
                  <a:pt x="4912944" y="1388630"/>
                </a:lnTo>
                <a:lnTo>
                  <a:pt x="4892649" y="1344104"/>
                </a:lnTo>
                <a:lnTo>
                  <a:pt x="4871758" y="1299933"/>
                </a:lnTo>
                <a:lnTo>
                  <a:pt x="4850282" y="1256144"/>
                </a:lnTo>
                <a:lnTo>
                  <a:pt x="4828210" y="1212723"/>
                </a:lnTo>
                <a:lnTo>
                  <a:pt x="4805553" y="1169695"/>
                </a:lnTo>
                <a:lnTo>
                  <a:pt x="4782324" y="1127074"/>
                </a:lnTo>
                <a:lnTo>
                  <a:pt x="4758512" y="1084846"/>
                </a:lnTo>
                <a:lnTo>
                  <a:pt x="4734115" y="1043038"/>
                </a:lnTo>
                <a:lnTo>
                  <a:pt x="4709147" y="1001661"/>
                </a:lnTo>
                <a:lnTo>
                  <a:pt x="4683607" y="960704"/>
                </a:lnTo>
                <a:lnTo>
                  <a:pt x="4657509" y="920191"/>
                </a:lnTo>
                <a:lnTo>
                  <a:pt x="4630839" y="880122"/>
                </a:lnTo>
                <a:lnTo>
                  <a:pt x="4603610" y="840524"/>
                </a:lnTo>
                <a:lnTo>
                  <a:pt x="4575822" y="801382"/>
                </a:lnTo>
                <a:lnTo>
                  <a:pt x="4547489" y="762723"/>
                </a:lnTo>
                <a:lnTo>
                  <a:pt x="4518584" y="724547"/>
                </a:lnTo>
                <a:lnTo>
                  <a:pt x="4489145" y="686866"/>
                </a:lnTo>
                <a:lnTo>
                  <a:pt x="4459160" y="649681"/>
                </a:lnTo>
                <a:lnTo>
                  <a:pt x="4428629" y="613003"/>
                </a:lnTo>
                <a:lnTo>
                  <a:pt x="4394124" y="572935"/>
                </a:lnTo>
                <a:lnTo>
                  <a:pt x="4359097" y="533666"/>
                </a:lnTo>
                <a:lnTo>
                  <a:pt x="4323550" y="495198"/>
                </a:lnTo>
                <a:lnTo>
                  <a:pt x="4287494" y="457517"/>
                </a:lnTo>
                <a:lnTo>
                  <a:pt x="4250931" y="420649"/>
                </a:lnTo>
                <a:lnTo>
                  <a:pt x="4213872" y="384606"/>
                </a:lnTo>
                <a:lnTo>
                  <a:pt x="4176344" y="349364"/>
                </a:lnTo>
                <a:lnTo>
                  <a:pt x="4138333" y="314960"/>
                </a:lnTo>
                <a:lnTo>
                  <a:pt x="4099864" y="281368"/>
                </a:lnTo>
                <a:lnTo>
                  <a:pt x="4060952" y="248615"/>
                </a:lnTo>
                <a:lnTo>
                  <a:pt x="4021594" y="216712"/>
                </a:lnTo>
                <a:lnTo>
                  <a:pt x="3981805" y="185635"/>
                </a:lnTo>
                <a:lnTo>
                  <a:pt x="3941584" y="155409"/>
                </a:lnTo>
                <a:lnTo>
                  <a:pt x="3900970" y="126034"/>
                </a:lnTo>
                <a:lnTo>
                  <a:pt x="3859949" y="97523"/>
                </a:lnTo>
                <a:lnTo>
                  <a:pt x="3818534" y="69862"/>
                </a:lnTo>
                <a:lnTo>
                  <a:pt x="3776738" y="43078"/>
                </a:lnTo>
                <a:lnTo>
                  <a:pt x="3734574" y="17170"/>
                </a:lnTo>
                <a:lnTo>
                  <a:pt x="3705428" y="0"/>
                </a:lnTo>
                <a:lnTo>
                  <a:pt x="1696923" y="0"/>
                </a:lnTo>
                <a:lnTo>
                  <a:pt x="1279017" y="0"/>
                </a:lnTo>
                <a:lnTo>
                  <a:pt x="0" y="0"/>
                </a:lnTo>
                <a:lnTo>
                  <a:pt x="0" y="1562544"/>
                </a:lnTo>
                <a:lnTo>
                  <a:pt x="0" y="4240225"/>
                </a:lnTo>
                <a:lnTo>
                  <a:pt x="0" y="5143385"/>
                </a:lnTo>
                <a:lnTo>
                  <a:pt x="518883" y="5143424"/>
                </a:lnTo>
                <a:lnTo>
                  <a:pt x="1696923" y="5143500"/>
                </a:lnTo>
                <a:lnTo>
                  <a:pt x="4466882" y="5143500"/>
                </a:lnTo>
                <a:lnTo>
                  <a:pt x="4486021" y="5119840"/>
                </a:lnTo>
                <a:lnTo>
                  <a:pt x="4514062" y="5084115"/>
                </a:lnTo>
                <a:lnTo>
                  <a:pt x="4541647" y="5047894"/>
                </a:lnTo>
                <a:lnTo>
                  <a:pt x="4568761" y="5011191"/>
                </a:lnTo>
                <a:lnTo>
                  <a:pt x="4595431" y="4974006"/>
                </a:lnTo>
                <a:lnTo>
                  <a:pt x="4621619" y="4936337"/>
                </a:lnTo>
                <a:lnTo>
                  <a:pt x="4647349" y="4898199"/>
                </a:lnTo>
                <a:lnTo>
                  <a:pt x="4672584" y="4859604"/>
                </a:lnTo>
                <a:lnTo>
                  <a:pt x="4697349" y="4820539"/>
                </a:lnTo>
                <a:lnTo>
                  <a:pt x="4721618" y="4781016"/>
                </a:lnTo>
                <a:lnTo>
                  <a:pt x="4745393" y="4741062"/>
                </a:lnTo>
                <a:lnTo>
                  <a:pt x="4768672" y="4700663"/>
                </a:lnTo>
                <a:lnTo>
                  <a:pt x="4791443" y="4659820"/>
                </a:lnTo>
                <a:lnTo>
                  <a:pt x="4813706" y="4618558"/>
                </a:lnTo>
                <a:lnTo>
                  <a:pt x="4835449" y="4576877"/>
                </a:lnTo>
                <a:lnTo>
                  <a:pt x="4856670" y="4534776"/>
                </a:lnTo>
                <a:lnTo>
                  <a:pt x="4877371" y="4492269"/>
                </a:lnTo>
                <a:lnTo>
                  <a:pt x="4897539" y="4449356"/>
                </a:lnTo>
                <a:lnTo>
                  <a:pt x="4917160" y="4406062"/>
                </a:lnTo>
                <a:lnTo>
                  <a:pt x="4936248" y="4362361"/>
                </a:lnTo>
                <a:lnTo>
                  <a:pt x="4954790" y="4318279"/>
                </a:lnTo>
                <a:lnTo>
                  <a:pt x="4972774" y="4273829"/>
                </a:lnTo>
                <a:lnTo>
                  <a:pt x="4990211" y="4228998"/>
                </a:lnTo>
                <a:lnTo>
                  <a:pt x="5007076" y="4183811"/>
                </a:lnTo>
                <a:lnTo>
                  <a:pt x="5023370" y="4138257"/>
                </a:lnTo>
                <a:lnTo>
                  <a:pt x="5039093" y="4092359"/>
                </a:lnTo>
                <a:lnTo>
                  <a:pt x="5054231" y="4046105"/>
                </a:lnTo>
                <a:lnTo>
                  <a:pt x="5068798" y="3999522"/>
                </a:lnTo>
                <a:lnTo>
                  <a:pt x="5082768" y="3952595"/>
                </a:lnTo>
                <a:lnTo>
                  <a:pt x="5096141" y="3905351"/>
                </a:lnTo>
                <a:lnTo>
                  <a:pt x="5108905" y="3857777"/>
                </a:lnTo>
                <a:lnTo>
                  <a:pt x="5121072" y="3809898"/>
                </a:lnTo>
                <a:lnTo>
                  <a:pt x="5132629" y="3761702"/>
                </a:lnTo>
                <a:lnTo>
                  <a:pt x="5143576" y="3713213"/>
                </a:lnTo>
                <a:lnTo>
                  <a:pt x="5153888" y="3664420"/>
                </a:lnTo>
                <a:lnTo>
                  <a:pt x="5163578" y="3615347"/>
                </a:lnTo>
                <a:lnTo>
                  <a:pt x="5172634" y="3565982"/>
                </a:lnTo>
                <a:lnTo>
                  <a:pt x="5181054" y="3516338"/>
                </a:lnTo>
                <a:lnTo>
                  <a:pt x="5188839" y="3466439"/>
                </a:lnTo>
                <a:lnTo>
                  <a:pt x="5195963" y="3416262"/>
                </a:lnTo>
                <a:lnTo>
                  <a:pt x="5202440" y="3365830"/>
                </a:lnTo>
                <a:lnTo>
                  <a:pt x="5208257" y="3315144"/>
                </a:lnTo>
                <a:lnTo>
                  <a:pt x="5213401" y="3264217"/>
                </a:lnTo>
                <a:lnTo>
                  <a:pt x="5217884" y="3213049"/>
                </a:lnTo>
                <a:lnTo>
                  <a:pt x="5221694" y="3161652"/>
                </a:lnTo>
                <a:lnTo>
                  <a:pt x="5224818" y="3110026"/>
                </a:lnTo>
                <a:lnTo>
                  <a:pt x="5227256" y="3058185"/>
                </a:lnTo>
                <a:lnTo>
                  <a:pt x="5229009" y="3006115"/>
                </a:lnTo>
                <a:lnTo>
                  <a:pt x="5230063" y="2953855"/>
                </a:lnTo>
                <a:lnTo>
                  <a:pt x="5230419" y="29013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007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0">
                <a:solidFill>
                  <a:srgbClr val="000000"/>
                </a:solidFill>
              </a:rPr>
              <a:t>Core</a:t>
            </a:r>
            <a:r>
              <a:rPr dirty="0" spc="-180">
                <a:solidFill>
                  <a:srgbClr val="000000"/>
                </a:solidFill>
              </a:rPr>
              <a:t> </a:t>
            </a:r>
            <a:r>
              <a:rPr dirty="0" spc="-170">
                <a:solidFill>
                  <a:srgbClr val="000000"/>
                </a:solidFill>
              </a:rPr>
              <a:t>Features</a:t>
            </a:r>
            <a:r>
              <a:rPr dirty="0" spc="-180">
                <a:solidFill>
                  <a:srgbClr val="000000"/>
                </a:solidFill>
              </a:rPr>
              <a:t> </a:t>
            </a:r>
            <a:r>
              <a:rPr dirty="0" spc="-105">
                <a:solidFill>
                  <a:srgbClr val="000000"/>
                </a:solidFill>
              </a:rPr>
              <a:t>&amp;</a:t>
            </a:r>
            <a:r>
              <a:rPr dirty="0" spc="-180">
                <a:solidFill>
                  <a:srgbClr val="000000"/>
                </a:solidFill>
              </a:rPr>
              <a:t> </a:t>
            </a:r>
            <a:r>
              <a:rPr dirty="0" spc="-114">
                <a:solidFill>
                  <a:srgbClr val="000000"/>
                </a:solidFill>
              </a:rPr>
              <a:t>Capabilities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361250" y="1141590"/>
            <a:ext cx="4299585" cy="2370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5895">
              <a:lnSpc>
                <a:spcPct val="114999"/>
              </a:lnSpc>
              <a:spcBef>
                <a:spcPts val="100"/>
              </a:spcBef>
            </a:pP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Multi-format</a:t>
            </a:r>
            <a:r>
              <a:rPr dirty="0" sz="1100" spc="-7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document</a:t>
            </a:r>
            <a:r>
              <a:rPr dirty="0" sz="1100" spc="-7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595959"/>
                </a:solidFill>
                <a:latin typeface="Arial"/>
                <a:cs typeface="Arial"/>
              </a:rPr>
              <a:t>support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dirty="0" sz="11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Handles</a:t>
            </a:r>
            <a:r>
              <a:rPr dirty="0" sz="11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PDFs,</a:t>
            </a:r>
            <a:r>
              <a:rPr dirty="0" sz="1100" spc="-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DOCX,</a:t>
            </a:r>
            <a:r>
              <a:rPr dirty="0" sz="11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595959"/>
                </a:solidFill>
                <a:latin typeface="Arial MT"/>
                <a:cs typeface="Arial MT"/>
              </a:rPr>
              <a:t>TXT,</a:t>
            </a:r>
            <a:r>
              <a:rPr dirty="0" sz="11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595959"/>
                </a:solidFill>
                <a:latin typeface="Arial MT"/>
                <a:cs typeface="Arial MT"/>
              </a:rPr>
              <a:t>and even</a:t>
            </a:r>
            <a:r>
              <a:rPr dirty="0" sz="11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images</a:t>
            </a:r>
            <a:r>
              <a:rPr dirty="0" sz="11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using</a:t>
            </a:r>
            <a:r>
              <a:rPr dirty="0" sz="11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OCR.</a:t>
            </a:r>
            <a:endParaRPr sz="1100">
              <a:latin typeface="Arial MT"/>
              <a:cs typeface="Arial MT"/>
            </a:endParaRPr>
          </a:p>
          <a:p>
            <a:pPr marL="12700" marR="337185">
              <a:lnSpc>
                <a:spcPct val="114999"/>
              </a:lnSpc>
              <a:spcBef>
                <a:spcPts val="1200"/>
              </a:spcBef>
            </a:pP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AI-based</a:t>
            </a:r>
            <a:r>
              <a:rPr dirty="0" sz="1100" spc="-6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1100" spc="-6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extraction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dirty="0" sz="11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Accurately</a:t>
            </a:r>
            <a:r>
              <a:rPr dirty="0" sz="11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extracts</a:t>
            </a:r>
            <a:r>
              <a:rPr dirty="0" sz="11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contact</a:t>
            </a:r>
            <a:r>
              <a:rPr dirty="0" sz="11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info,</a:t>
            </a:r>
            <a:r>
              <a:rPr dirty="0" sz="11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work experience, skills,</a:t>
            </a:r>
            <a:r>
              <a:rPr dirty="0" sz="11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1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education.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Intelligent</a:t>
            </a:r>
            <a:r>
              <a:rPr dirty="0" sz="1100" spc="-4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595959"/>
                </a:solidFill>
                <a:latin typeface="Arial"/>
                <a:cs typeface="Arial"/>
              </a:rPr>
              <a:t>classification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dirty="0" sz="11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Classifies</a:t>
            </a:r>
            <a:r>
              <a:rPr dirty="0" sz="11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job</a:t>
            </a:r>
            <a:r>
              <a:rPr dirty="0" sz="1100" spc="-25">
                <a:solidFill>
                  <a:srgbClr val="595959"/>
                </a:solidFill>
                <a:latin typeface="Arial MT"/>
                <a:cs typeface="Arial MT"/>
              </a:rPr>
              <a:t> roles,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industries,</a:t>
            </a:r>
            <a:r>
              <a:rPr dirty="0" sz="11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1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seniority levels.</a:t>
            </a:r>
            <a:endParaRPr sz="1100">
              <a:latin typeface="Arial MT"/>
              <a:cs typeface="Arial MT"/>
            </a:endParaRPr>
          </a:p>
          <a:p>
            <a:pPr marL="12700" marR="19685">
              <a:lnSpc>
                <a:spcPct val="114999"/>
              </a:lnSpc>
              <a:spcBef>
                <a:spcPts val="1200"/>
              </a:spcBef>
            </a:pP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1100" spc="-4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enrichment</a:t>
            </a:r>
            <a:r>
              <a:rPr dirty="0" sz="1100" spc="-4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4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595959"/>
                </a:solidFill>
                <a:latin typeface="Arial"/>
                <a:cs typeface="Arial"/>
              </a:rPr>
              <a:t>standardization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dirty="0" sz="11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Standardizes skills</a:t>
            </a:r>
            <a:r>
              <a:rPr dirty="0" sz="11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(e.g.,</a:t>
            </a:r>
            <a:r>
              <a:rPr dirty="0" sz="11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"JS"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1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"JavaScript")</a:t>
            </a:r>
            <a:r>
              <a:rPr dirty="0" sz="11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1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normalizes</a:t>
            </a:r>
            <a:r>
              <a:rPr dirty="0" sz="11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dirty="0" sz="11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dirty="0" sz="1100" spc="-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consistency.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 spc="-60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dirty="0" sz="11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make</a:t>
            </a:r>
            <a:r>
              <a:rPr dirty="0" sz="11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resume</a:t>
            </a:r>
            <a:r>
              <a:rPr dirty="0" sz="11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dirty="0" sz="11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actionable!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0524" y="0"/>
            <a:ext cx="3913475" cy="51435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E6F9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5230495" cy="5143500"/>
          </a:xfrm>
          <a:custGeom>
            <a:avLst/>
            <a:gdLst/>
            <a:ahLst/>
            <a:cxnLst/>
            <a:rect l="l" t="t" r="r" b="b"/>
            <a:pathLst>
              <a:path w="5230495" h="5143500">
                <a:moveTo>
                  <a:pt x="5230419" y="2901378"/>
                </a:moveTo>
                <a:lnTo>
                  <a:pt x="5230076" y="2849930"/>
                </a:lnTo>
                <a:lnTo>
                  <a:pt x="5229034" y="2798559"/>
                </a:lnTo>
                <a:lnTo>
                  <a:pt x="5227320" y="2747302"/>
                </a:lnTo>
                <a:lnTo>
                  <a:pt x="5224919" y="2696159"/>
                </a:lnTo>
                <a:lnTo>
                  <a:pt x="5221833" y="2645130"/>
                </a:lnTo>
                <a:lnTo>
                  <a:pt x="5218074" y="2594216"/>
                </a:lnTo>
                <a:lnTo>
                  <a:pt x="5213629" y="2543454"/>
                </a:lnTo>
                <a:lnTo>
                  <a:pt x="5208524" y="2492832"/>
                </a:lnTo>
                <a:lnTo>
                  <a:pt x="5202758" y="2442362"/>
                </a:lnTo>
                <a:lnTo>
                  <a:pt x="5196319" y="2392070"/>
                </a:lnTo>
                <a:lnTo>
                  <a:pt x="5189220" y="2341930"/>
                </a:lnTo>
                <a:lnTo>
                  <a:pt x="5181460" y="2291981"/>
                </a:lnTo>
                <a:lnTo>
                  <a:pt x="5173040" y="2242210"/>
                </a:lnTo>
                <a:lnTo>
                  <a:pt x="5163972" y="2192642"/>
                </a:lnTo>
                <a:lnTo>
                  <a:pt x="5154257" y="2143290"/>
                </a:lnTo>
                <a:lnTo>
                  <a:pt x="5143893" y="2094141"/>
                </a:lnTo>
                <a:lnTo>
                  <a:pt x="5132895" y="2045220"/>
                </a:lnTo>
                <a:lnTo>
                  <a:pt x="5121249" y="1996528"/>
                </a:lnTo>
                <a:lnTo>
                  <a:pt x="5108956" y="1948078"/>
                </a:lnTo>
                <a:lnTo>
                  <a:pt x="5096040" y="1899881"/>
                </a:lnTo>
                <a:lnTo>
                  <a:pt x="5082489" y="1851939"/>
                </a:lnTo>
                <a:lnTo>
                  <a:pt x="5068316" y="1804263"/>
                </a:lnTo>
                <a:lnTo>
                  <a:pt x="5053508" y="1756854"/>
                </a:lnTo>
                <a:lnTo>
                  <a:pt x="5038077" y="1709750"/>
                </a:lnTo>
                <a:lnTo>
                  <a:pt x="5022037" y="1662925"/>
                </a:lnTo>
                <a:lnTo>
                  <a:pt x="5005375" y="1616405"/>
                </a:lnTo>
                <a:lnTo>
                  <a:pt x="4988103" y="1570189"/>
                </a:lnTo>
                <a:lnTo>
                  <a:pt x="4970221" y="1524304"/>
                </a:lnTo>
                <a:lnTo>
                  <a:pt x="4951730" y="1478737"/>
                </a:lnTo>
                <a:lnTo>
                  <a:pt x="4932642" y="1433512"/>
                </a:lnTo>
                <a:lnTo>
                  <a:pt x="4912944" y="1388630"/>
                </a:lnTo>
                <a:lnTo>
                  <a:pt x="4892649" y="1344104"/>
                </a:lnTo>
                <a:lnTo>
                  <a:pt x="4871758" y="1299933"/>
                </a:lnTo>
                <a:lnTo>
                  <a:pt x="4850282" y="1256144"/>
                </a:lnTo>
                <a:lnTo>
                  <a:pt x="4828210" y="1212723"/>
                </a:lnTo>
                <a:lnTo>
                  <a:pt x="4805553" y="1169695"/>
                </a:lnTo>
                <a:lnTo>
                  <a:pt x="4782324" y="1127074"/>
                </a:lnTo>
                <a:lnTo>
                  <a:pt x="4758512" y="1084846"/>
                </a:lnTo>
                <a:lnTo>
                  <a:pt x="4734115" y="1043038"/>
                </a:lnTo>
                <a:lnTo>
                  <a:pt x="4709147" y="1001661"/>
                </a:lnTo>
                <a:lnTo>
                  <a:pt x="4683607" y="960704"/>
                </a:lnTo>
                <a:lnTo>
                  <a:pt x="4657509" y="920191"/>
                </a:lnTo>
                <a:lnTo>
                  <a:pt x="4630839" y="880122"/>
                </a:lnTo>
                <a:lnTo>
                  <a:pt x="4603610" y="840524"/>
                </a:lnTo>
                <a:lnTo>
                  <a:pt x="4575822" y="801382"/>
                </a:lnTo>
                <a:lnTo>
                  <a:pt x="4547489" y="762723"/>
                </a:lnTo>
                <a:lnTo>
                  <a:pt x="4518584" y="724547"/>
                </a:lnTo>
                <a:lnTo>
                  <a:pt x="4489145" y="686866"/>
                </a:lnTo>
                <a:lnTo>
                  <a:pt x="4459160" y="649681"/>
                </a:lnTo>
                <a:lnTo>
                  <a:pt x="4428629" y="613003"/>
                </a:lnTo>
                <a:lnTo>
                  <a:pt x="4394124" y="572935"/>
                </a:lnTo>
                <a:lnTo>
                  <a:pt x="4359097" y="533666"/>
                </a:lnTo>
                <a:lnTo>
                  <a:pt x="4323550" y="495198"/>
                </a:lnTo>
                <a:lnTo>
                  <a:pt x="4287494" y="457517"/>
                </a:lnTo>
                <a:lnTo>
                  <a:pt x="4250931" y="420649"/>
                </a:lnTo>
                <a:lnTo>
                  <a:pt x="4213872" y="384606"/>
                </a:lnTo>
                <a:lnTo>
                  <a:pt x="4176344" y="349364"/>
                </a:lnTo>
                <a:lnTo>
                  <a:pt x="4138333" y="314960"/>
                </a:lnTo>
                <a:lnTo>
                  <a:pt x="4099864" y="281368"/>
                </a:lnTo>
                <a:lnTo>
                  <a:pt x="4060952" y="248615"/>
                </a:lnTo>
                <a:lnTo>
                  <a:pt x="4021594" y="216712"/>
                </a:lnTo>
                <a:lnTo>
                  <a:pt x="3981805" y="185635"/>
                </a:lnTo>
                <a:lnTo>
                  <a:pt x="3941584" y="155409"/>
                </a:lnTo>
                <a:lnTo>
                  <a:pt x="3900970" y="126034"/>
                </a:lnTo>
                <a:lnTo>
                  <a:pt x="3859949" y="97523"/>
                </a:lnTo>
                <a:lnTo>
                  <a:pt x="3818534" y="69862"/>
                </a:lnTo>
                <a:lnTo>
                  <a:pt x="3776738" y="43078"/>
                </a:lnTo>
                <a:lnTo>
                  <a:pt x="3734574" y="17170"/>
                </a:lnTo>
                <a:lnTo>
                  <a:pt x="3705428" y="0"/>
                </a:lnTo>
                <a:lnTo>
                  <a:pt x="1696923" y="0"/>
                </a:lnTo>
                <a:lnTo>
                  <a:pt x="1279017" y="0"/>
                </a:lnTo>
                <a:lnTo>
                  <a:pt x="0" y="0"/>
                </a:lnTo>
                <a:lnTo>
                  <a:pt x="0" y="1562544"/>
                </a:lnTo>
                <a:lnTo>
                  <a:pt x="0" y="4240225"/>
                </a:lnTo>
                <a:lnTo>
                  <a:pt x="0" y="5143385"/>
                </a:lnTo>
                <a:lnTo>
                  <a:pt x="518883" y="5143424"/>
                </a:lnTo>
                <a:lnTo>
                  <a:pt x="1696923" y="5143500"/>
                </a:lnTo>
                <a:lnTo>
                  <a:pt x="4466882" y="5143500"/>
                </a:lnTo>
                <a:lnTo>
                  <a:pt x="4486021" y="5119840"/>
                </a:lnTo>
                <a:lnTo>
                  <a:pt x="4514062" y="5084115"/>
                </a:lnTo>
                <a:lnTo>
                  <a:pt x="4541647" y="5047894"/>
                </a:lnTo>
                <a:lnTo>
                  <a:pt x="4568761" y="5011191"/>
                </a:lnTo>
                <a:lnTo>
                  <a:pt x="4595431" y="4974006"/>
                </a:lnTo>
                <a:lnTo>
                  <a:pt x="4621619" y="4936337"/>
                </a:lnTo>
                <a:lnTo>
                  <a:pt x="4647349" y="4898199"/>
                </a:lnTo>
                <a:lnTo>
                  <a:pt x="4672584" y="4859604"/>
                </a:lnTo>
                <a:lnTo>
                  <a:pt x="4697349" y="4820539"/>
                </a:lnTo>
                <a:lnTo>
                  <a:pt x="4721618" y="4781016"/>
                </a:lnTo>
                <a:lnTo>
                  <a:pt x="4745393" y="4741062"/>
                </a:lnTo>
                <a:lnTo>
                  <a:pt x="4768672" y="4700663"/>
                </a:lnTo>
                <a:lnTo>
                  <a:pt x="4791443" y="4659820"/>
                </a:lnTo>
                <a:lnTo>
                  <a:pt x="4813706" y="4618558"/>
                </a:lnTo>
                <a:lnTo>
                  <a:pt x="4835449" y="4576877"/>
                </a:lnTo>
                <a:lnTo>
                  <a:pt x="4856670" y="4534776"/>
                </a:lnTo>
                <a:lnTo>
                  <a:pt x="4877371" y="4492269"/>
                </a:lnTo>
                <a:lnTo>
                  <a:pt x="4897539" y="4449356"/>
                </a:lnTo>
                <a:lnTo>
                  <a:pt x="4917160" y="4406062"/>
                </a:lnTo>
                <a:lnTo>
                  <a:pt x="4936248" y="4362361"/>
                </a:lnTo>
                <a:lnTo>
                  <a:pt x="4954790" y="4318279"/>
                </a:lnTo>
                <a:lnTo>
                  <a:pt x="4972774" y="4273829"/>
                </a:lnTo>
                <a:lnTo>
                  <a:pt x="4990211" y="4228998"/>
                </a:lnTo>
                <a:lnTo>
                  <a:pt x="5007076" y="4183811"/>
                </a:lnTo>
                <a:lnTo>
                  <a:pt x="5023370" y="4138257"/>
                </a:lnTo>
                <a:lnTo>
                  <a:pt x="5039093" y="4092359"/>
                </a:lnTo>
                <a:lnTo>
                  <a:pt x="5054231" y="4046105"/>
                </a:lnTo>
                <a:lnTo>
                  <a:pt x="5068798" y="3999522"/>
                </a:lnTo>
                <a:lnTo>
                  <a:pt x="5082768" y="3952595"/>
                </a:lnTo>
                <a:lnTo>
                  <a:pt x="5096141" y="3905351"/>
                </a:lnTo>
                <a:lnTo>
                  <a:pt x="5108905" y="3857777"/>
                </a:lnTo>
                <a:lnTo>
                  <a:pt x="5121072" y="3809898"/>
                </a:lnTo>
                <a:lnTo>
                  <a:pt x="5132629" y="3761702"/>
                </a:lnTo>
                <a:lnTo>
                  <a:pt x="5143576" y="3713213"/>
                </a:lnTo>
                <a:lnTo>
                  <a:pt x="5153888" y="3664420"/>
                </a:lnTo>
                <a:lnTo>
                  <a:pt x="5163578" y="3615347"/>
                </a:lnTo>
                <a:lnTo>
                  <a:pt x="5172634" y="3565982"/>
                </a:lnTo>
                <a:lnTo>
                  <a:pt x="5181054" y="3516338"/>
                </a:lnTo>
                <a:lnTo>
                  <a:pt x="5188839" y="3466439"/>
                </a:lnTo>
                <a:lnTo>
                  <a:pt x="5195963" y="3416262"/>
                </a:lnTo>
                <a:lnTo>
                  <a:pt x="5202440" y="3365830"/>
                </a:lnTo>
                <a:lnTo>
                  <a:pt x="5208257" y="3315144"/>
                </a:lnTo>
                <a:lnTo>
                  <a:pt x="5213401" y="3264217"/>
                </a:lnTo>
                <a:lnTo>
                  <a:pt x="5217884" y="3213049"/>
                </a:lnTo>
                <a:lnTo>
                  <a:pt x="5221694" y="3161652"/>
                </a:lnTo>
                <a:lnTo>
                  <a:pt x="5224818" y="3110026"/>
                </a:lnTo>
                <a:lnTo>
                  <a:pt x="5227256" y="3058185"/>
                </a:lnTo>
                <a:lnTo>
                  <a:pt x="5229009" y="3006115"/>
                </a:lnTo>
                <a:lnTo>
                  <a:pt x="5230063" y="2953855"/>
                </a:lnTo>
                <a:lnTo>
                  <a:pt x="5230419" y="29013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1252" y="444965"/>
            <a:ext cx="3742690" cy="330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0">
                <a:solidFill>
                  <a:srgbClr val="000000"/>
                </a:solidFill>
              </a:rPr>
              <a:t>Technical</a:t>
            </a:r>
            <a:r>
              <a:rPr dirty="0" spc="-175">
                <a:solidFill>
                  <a:srgbClr val="000000"/>
                </a:solidFill>
              </a:rPr>
              <a:t> </a:t>
            </a:r>
            <a:r>
              <a:rPr dirty="0" spc="-145">
                <a:solidFill>
                  <a:srgbClr val="000000"/>
                </a:solidFill>
              </a:rPr>
              <a:t>Architecture</a:t>
            </a:r>
            <a:r>
              <a:rPr dirty="0" spc="-170">
                <a:solidFill>
                  <a:srgbClr val="000000"/>
                </a:solidFill>
              </a:rPr>
              <a:t> </a:t>
            </a:r>
            <a:r>
              <a:rPr dirty="0" spc="-105">
                <a:solidFill>
                  <a:srgbClr val="000000"/>
                </a:solidFill>
              </a:rPr>
              <a:t>&amp;</a:t>
            </a:r>
            <a:r>
              <a:rPr dirty="0" spc="-17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API</a:t>
            </a:r>
            <a:r>
              <a:rPr dirty="0" spc="-170">
                <a:solidFill>
                  <a:srgbClr val="000000"/>
                </a:solidFill>
              </a:rPr>
              <a:t> </a:t>
            </a:r>
            <a:r>
              <a:rPr dirty="0" spc="-75">
                <a:solidFill>
                  <a:srgbClr val="000000"/>
                </a:solidFill>
              </a:rPr>
              <a:t>Design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361250" y="1166736"/>
            <a:ext cx="4388485" cy="37261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Overview: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1100" spc="-5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595959"/>
                </a:solidFill>
                <a:latin typeface="Arial"/>
                <a:cs typeface="Arial"/>
              </a:rPr>
              <a:t>Architecture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  <a:p>
            <a:pPr marL="12700" marR="389255" indent="457200">
              <a:lnSpc>
                <a:spcPct val="114999"/>
              </a:lnSpc>
              <a:spcBef>
                <a:spcPts val="1200"/>
              </a:spcBef>
            </a:pP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Secure</a:t>
            </a:r>
            <a:r>
              <a:rPr dirty="0" sz="1100" spc="-6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RESTful</a:t>
            </a:r>
            <a:r>
              <a:rPr dirty="0" sz="1100" spc="-6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APIs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dirty="0" sz="11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Enables</a:t>
            </a:r>
            <a:r>
              <a:rPr dirty="0" sz="11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seamless</a:t>
            </a:r>
            <a:r>
              <a:rPr dirty="0" sz="11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integration</a:t>
            </a:r>
            <a:r>
              <a:rPr dirty="0" sz="11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with existing</a:t>
            </a:r>
            <a:r>
              <a:rPr dirty="0" sz="11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HR</a:t>
            </a:r>
            <a:r>
              <a:rPr dirty="0" sz="11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systems.</a:t>
            </a:r>
            <a:endParaRPr sz="1100">
              <a:latin typeface="Arial MT"/>
              <a:cs typeface="Arial MT"/>
            </a:endParaRPr>
          </a:p>
          <a:p>
            <a:pPr marL="12700" marR="38100" indent="457200">
              <a:lnSpc>
                <a:spcPct val="114999"/>
              </a:lnSpc>
              <a:spcBef>
                <a:spcPts val="1200"/>
              </a:spcBef>
            </a:pP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AI/ML</a:t>
            </a:r>
            <a:r>
              <a:rPr dirty="0" sz="1100" spc="-5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595959"/>
                </a:solidFill>
                <a:latin typeface="Arial"/>
                <a:cs typeface="Arial"/>
              </a:rPr>
              <a:t>modules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dirty="0" sz="11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Uses</a:t>
            </a:r>
            <a:r>
              <a:rPr dirty="0" sz="11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advanced</a:t>
            </a:r>
            <a:r>
              <a:rPr dirty="0" sz="11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45">
                <a:solidFill>
                  <a:srgbClr val="595959"/>
                </a:solidFill>
                <a:latin typeface="Arial MT"/>
                <a:cs typeface="Arial MT"/>
              </a:rPr>
              <a:t>NLP,</a:t>
            </a:r>
            <a:r>
              <a:rPr dirty="0" sz="11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entity</a:t>
            </a:r>
            <a:r>
              <a:rPr dirty="0" sz="11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extraction,</a:t>
            </a:r>
            <a:r>
              <a:rPr dirty="0" sz="11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1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skill inference.</a:t>
            </a:r>
            <a:endParaRPr sz="1100">
              <a:latin typeface="Arial MT"/>
              <a:cs typeface="Arial MT"/>
            </a:endParaRPr>
          </a:p>
          <a:p>
            <a:pPr marL="12700" marR="138430" indent="457200">
              <a:lnSpc>
                <a:spcPct val="114999"/>
              </a:lnSpc>
              <a:spcBef>
                <a:spcPts val="1200"/>
              </a:spcBef>
            </a:pP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OCR</a:t>
            </a:r>
            <a:r>
              <a:rPr dirty="0" sz="1100" spc="-6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6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595959"/>
                </a:solidFill>
                <a:latin typeface="Arial"/>
                <a:cs typeface="Arial"/>
              </a:rPr>
              <a:t>validation</a:t>
            </a:r>
            <a:r>
              <a:rPr dirty="0" sz="1100" spc="-6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layer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dirty="0" sz="11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Ensures</a:t>
            </a:r>
            <a:r>
              <a:rPr dirty="0" sz="11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accurate</a:t>
            </a:r>
            <a:r>
              <a:rPr dirty="0" sz="11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file</a:t>
            </a:r>
            <a:r>
              <a:rPr dirty="0" sz="11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595959"/>
                </a:solidFill>
                <a:latin typeface="Arial MT"/>
                <a:cs typeface="Arial MT"/>
              </a:rPr>
              <a:t>handling</a:t>
            </a:r>
            <a:r>
              <a:rPr dirty="0" sz="11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595959"/>
                </a:solidFill>
                <a:latin typeface="Arial MT"/>
                <a:cs typeface="Arial MT"/>
              </a:rPr>
              <a:t>and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protects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 against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malware.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API</a:t>
            </a:r>
            <a:r>
              <a:rPr dirty="0" sz="1100" spc="-5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595959"/>
                </a:solidFill>
                <a:latin typeface="Arial"/>
                <a:cs typeface="Arial"/>
              </a:rPr>
              <a:t>Design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Upload</a:t>
            </a:r>
            <a:r>
              <a:rPr dirty="0" sz="1100" spc="-7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595959"/>
                </a:solidFill>
                <a:latin typeface="Arial"/>
                <a:cs typeface="Arial"/>
              </a:rPr>
              <a:t>endpoint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dirty="0" sz="1100" spc="-6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Accepts</a:t>
            </a:r>
            <a:r>
              <a:rPr dirty="0" sz="1100" spc="-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resumes</a:t>
            </a:r>
            <a:r>
              <a:rPr dirty="0" sz="1100" spc="-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dirty="0" sz="1100" spc="-6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various</a:t>
            </a:r>
            <a:r>
              <a:rPr dirty="0" sz="1100" spc="-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formats.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1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Status</a:t>
            </a:r>
            <a:r>
              <a:rPr dirty="0" sz="1100" spc="-5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595959"/>
                </a:solidFill>
                <a:latin typeface="Arial"/>
                <a:cs typeface="Arial"/>
              </a:rPr>
              <a:t>endpoint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dirty="0" sz="11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Provides</a:t>
            </a:r>
            <a:r>
              <a:rPr dirty="0" sz="11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real-time</a:t>
            </a:r>
            <a:r>
              <a:rPr dirty="0" sz="11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processing</a:t>
            </a:r>
            <a:r>
              <a:rPr dirty="0" sz="11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status.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Parsed</a:t>
            </a:r>
            <a:r>
              <a:rPr dirty="0" sz="1100" spc="-6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1100" spc="-6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595959"/>
                </a:solidFill>
                <a:latin typeface="Arial"/>
                <a:cs typeface="Arial"/>
              </a:rPr>
              <a:t>retrieval</a:t>
            </a:r>
            <a:r>
              <a:rPr dirty="0" sz="1100">
                <a:solidFill>
                  <a:srgbClr val="595959"/>
                </a:solidFill>
                <a:latin typeface="Arial MT"/>
                <a:cs typeface="Arial MT"/>
              </a:rPr>
              <a:t>:</a:t>
            </a:r>
            <a:r>
              <a:rPr dirty="0" sz="11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Returns</a:t>
            </a:r>
            <a:r>
              <a:rPr dirty="0" sz="11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structured</a:t>
            </a:r>
            <a:r>
              <a:rPr dirty="0" sz="11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resume</a:t>
            </a:r>
            <a:r>
              <a:rPr dirty="0" sz="11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dirty="0" sz="11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dirty="0" sz="11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Arial MT"/>
                <a:cs typeface="Arial MT"/>
              </a:rPr>
              <a:t>JSON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100" spc="-10">
                <a:solidFill>
                  <a:srgbClr val="595959"/>
                </a:solidFill>
                <a:latin typeface="Arial MT"/>
                <a:cs typeface="Arial MT"/>
              </a:rPr>
              <a:t>format.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0524" y="0"/>
            <a:ext cx="3913475" cy="51435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041999" cy="2089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05480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Impact</a:t>
            </a:r>
            <a:r>
              <a:rPr dirty="0" spc="-185"/>
              <a:t> </a:t>
            </a:r>
            <a:r>
              <a:rPr dirty="0" spc="-105"/>
              <a:t>&amp;</a:t>
            </a:r>
            <a:r>
              <a:rPr dirty="0" spc="-180"/>
              <a:t> </a:t>
            </a:r>
            <a:r>
              <a:rPr dirty="0" spc="-195"/>
              <a:t>Future</a:t>
            </a:r>
            <a:r>
              <a:rPr dirty="0" spc="-180"/>
              <a:t> </a:t>
            </a:r>
            <a:r>
              <a:rPr dirty="0" spc="-155"/>
              <a:t>Enhancements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Overview: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</a:p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Project</a:t>
            </a:r>
            <a:r>
              <a:rPr dirty="0" spc="-8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Outcomes</a:t>
            </a:r>
            <a:r>
              <a:rPr dirty="0" spc="-10"/>
              <a:t>:</a:t>
            </a:r>
          </a:p>
          <a:p>
            <a:pPr marL="469900" marR="5080">
              <a:lnSpc>
                <a:spcPct val="205900"/>
              </a:lnSpc>
            </a:pPr>
            <a:r>
              <a:rPr dirty="0" b="1">
                <a:latin typeface="Arial"/>
                <a:cs typeface="Arial"/>
              </a:rPr>
              <a:t>Faster</a:t>
            </a:r>
            <a:r>
              <a:rPr dirty="0" spc="-75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hiring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processes</a:t>
            </a:r>
            <a:r>
              <a:rPr dirty="0" spc="-10"/>
              <a:t>:</a:t>
            </a:r>
            <a:r>
              <a:rPr dirty="0" spc="-20"/>
              <a:t> Reduces</a:t>
            </a:r>
            <a:r>
              <a:rPr dirty="0" spc="-25"/>
              <a:t> </a:t>
            </a:r>
            <a:r>
              <a:rPr dirty="0"/>
              <a:t>time-to-</a:t>
            </a:r>
            <a:r>
              <a:rPr dirty="0" spc="-10"/>
              <a:t>hire</a:t>
            </a:r>
            <a:r>
              <a:rPr dirty="0" spc="-25"/>
              <a:t> </a:t>
            </a:r>
            <a:r>
              <a:rPr dirty="0" spc="-10"/>
              <a:t>significantly.</a:t>
            </a:r>
            <a:r>
              <a:rPr dirty="0" spc="500"/>
              <a:t>    </a:t>
            </a:r>
            <a:r>
              <a:rPr dirty="0" b="1">
                <a:latin typeface="Arial"/>
                <a:cs typeface="Arial"/>
              </a:rPr>
              <a:t>Better</a:t>
            </a:r>
            <a:r>
              <a:rPr dirty="0" spc="-8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candidate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matching</a:t>
            </a:r>
            <a:r>
              <a:rPr dirty="0" spc="-10"/>
              <a:t>:</a:t>
            </a:r>
            <a:r>
              <a:rPr dirty="0" spc="-35"/>
              <a:t> </a:t>
            </a:r>
            <a:r>
              <a:rPr dirty="0" spc="-10"/>
              <a:t>Improves</a:t>
            </a:r>
            <a:r>
              <a:rPr dirty="0" spc="-35"/>
              <a:t> </a:t>
            </a:r>
            <a:r>
              <a:rPr dirty="0" spc="-10"/>
              <a:t>the</a:t>
            </a:r>
            <a:r>
              <a:rPr dirty="0" spc="-30"/>
              <a:t> </a:t>
            </a:r>
            <a:r>
              <a:rPr dirty="0" spc="-10"/>
              <a:t>quality</a:t>
            </a:r>
            <a:r>
              <a:rPr dirty="0" spc="-35"/>
              <a:t> </a:t>
            </a:r>
            <a:r>
              <a:rPr dirty="0" spc="-10"/>
              <a:t>of</a:t>
            </a:r>
            <a:r>
              <a:rPr dirty="0" spc="-35"/>
              <a:t> </a:t>
            </a:r>
            <a:r>
              <a:rPr dirty="0" spc="-20"/>
              <a:t>candidate</a:t>
            </a:r>
            <a:r>
              <a:rPr dirty="0" spc="-35"/>
              <a:t> </a:t>
            </a:r>
            <a:r>
              <a:rPr dirty="0" spc="-10"/>
              <a:t>selection. </a:t>
            </a:r>
            <a:r>
              <a:rPr dirty="0" b="1">
                <a:latin typeface="Arial"/>
                <a:cs typeface="Arial"/>
              </a:rPr>
              <a:t>Scalable</a:t>
            </a:r>
            <a:r>
              <a:rPr dirty="0" spc="-6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architecture</a:t>
            </a:r>
            <a:r>
              <a:rPr dirty="0"/>
              <a:t>:</a:t>
            </a:r>
            <a:r>
              <a:rPr dirty="0" spc="-40"/>
              <a:t> </a:t>
            </a:r>
            <a:r>
              <a:rPr dirty="0" spc="-20"/>
              <a:t>Handles</a:t>
            </a:r>
            <a:r>
              <a:rPr dirty="0" spc="-40"/>
              <a:t> </a:t>
            </a:r>
            <a:r>
              <a:rPr dirty="0" spc="-25"/>
              <a:t>large</a:t>
            </a:r>
            <a:r>
              <a:rPr dirty="0" spc="-40"/>
              <a:t> </a:t>
            </a:r>
            <a:r>
              <a:rPr dirty="0" spc="-10"/>
              <a:t>volumes</a:t>
            </a:r>
            <a:r>
              <a:rPr dirty="0" spc="-40"/>
              <a:t> </a:t>
            </a:r>
            <a:r>
              <a:rPr dirty="0" spc="-10"/>
              <a:t>of</a:t>
            </a:r>
            <a:r>
              <a:rPr dirty="0" spc="-35"/>
              <a:t> </a:t>
            </a:r>
            <a:r>
              <a:rPr dirty="0" spc="-10"/>
              <a:t>resumes</a:t>
            </a:r>
            <a:r>
              <a:rPr dirty="0" spc="-40"/>
              <a:t> </a:t>
            </a:r>
            <a:r>
              <a:rPr dirty="0" spc="-10"/>
              <a:t>efficiently.</a:t>
            </a:r>
          </a:p>
          <a:p>
            <a:pPr>
              <a:lnSpc>
                <a:spcPct val="100000"/>
              </a:lnSpc>
              <a:spcBef>
                <a:spcPts val="135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-10" b="1">
                <a:latin typeface="Arial"/>
                <a:cs typeface="Arial"/>
              </a:rPr>
              <a:t>Future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Enhancements</a:t>
            </a:r>
            <a:r>
              <a:rPr dirty="0" spc="-10"/>
              <a:t>: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 b="1">
                <a:latin typeface="Arial"/>
                <a:cs typeface="Arial"/>
              </a:rPr>
              <a:t>Multilingual</a:t>
            </a:r>
            <a:r>
              <a:rPr dirty="0" spc="-7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parsing</a:t>
            </a:r>
            <a:r>
              <a:rPr dirty="0" spc="-10"/>
              <a:t>:</a:t>
            </a:r>
            <a:r>
              <a:rPr dirty="0" spc="-55"/>
              <a:t> </a:t>
            </a:r>
            <a:r>
              <a:rPr dirty="0" spc="-10"/>
              <a:t>Supports</a:t>
            </a:r>
            <a:r>
              <a:rPr dirty="0" spc="-55"/>
              <a:t> </a:t>
            </a:r>
            <a:r>
              <a:rPr dirty="0" spc="-10"/>
              <a:t>resumes</a:t>
            </a:r>
            <a:r>
              <a:rPr dirty="0" spc="-55"/>
              <a:t> </a:t>
            </a:r>
            <a:r>
              <a:rPr dirty="0" spc="-20"/>
              <a:t>in</a:t>
            </a:r>
            <a:r>
              <a:rPr dirty="0" spc="-50"/>
              <a:t> </a:t>
            </a:r>
            <a:r>
              <a:rPr dirty="0" spc="-10"/>
              <a:t>multiple</a:t>
            </a:r>
            <a:r>
              <a:rPr dirty="0" spc="-55"/>
              <a:t> </a:t>
            </a:r>
            <a:r>
              <a:rPr dirty="0" spc="-10"/>
              <a:t>languages.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</a:p>
          <a:p>
            <a:pPr marL="4699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Recruiter</a:t>
            </a:r>
            <a:r>
              <a:rPr dirty="0" spc="-8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dashboard</a:t>
            </a:r>
            <a:r>
              <a:rPr dirty="0" spc="-10"/>
              <a:t>:</a:t>
            </a:r>
            <a:r>
              <a:rPr dirty="0" spc="-35"/>
              <a:t> </a:t>
            </a:r>
            <a:r>
              <a:rPr dirty="0" spc="-20"/>
              <a:t>Provides</a:t>
            </a:r>
            <a:r>
              <a:rPr dirty="0" spc="-30"/>
              <a:t> a</a:t>
            </a:r>
            <a:r>
              <a:rPr dirty="0" spc="-35"/>
              <a:t> </a:t>
            </a:r>
            <a:r>
              <a:rPr dirty="0" spc="-10"/>
              <a:t>user-friendly</a:t>
            </a:r>
            <a:r>
              <a:rPr dirty="0" spc="-35"/>
              <a:t> </a:t>
            </a:r>
            <a:r>
              <a:rPr dirty="0" spc="-20"/>
              <a:t>interface</a:t>
            </a:r>
            <a:r>
              <a:rPr dirty="0" spc="-35"/>
              <a:t> </a:t>
            </a:r>
            <a:r>
              <a:rPr dirty="0" spc="-20"/>
              <a:t>for</a:t>
            </a:r>
            <a:r>
              <a:rPr dirty="0" spc="-55"/>
              <a:t> </a:t>
            </a:r>
            <a:r>
              <a:rPr dirty="0" spc="-10"/>
              <a:t>recruiters.</a:t>
            </a:r>
          </a:p>
          <a:p>
            <a:pPr>
              <a:lnSpc>
                <a:spcPct val="100000"/>
              </a:lnSpc>
              <a:spcBef>
                <a:spcPts val="135"/>
              </a:spcBef>
            </a:pPr>
          </a:p>
          <a:p>
            <a:pPr marL="4699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Analytics</a:t>
            </a:r>
            <a:r>
              <a:rPr dirty="0" spc="-6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integration</a:t>
            </a:r>
            <a:r>
              <a:rPr dirty="0" spc="-10"/>
              <a:t>:</a:t>
            </a:r>
            <a:r>
              <a:rPr dirty="0" spc="-35"/>
              <a:t> </a:t>
            </a:r>
            <a:r>
              <a:rPr dirty="0" spc="-20"/>
              <a:t>Offers</a:t>
            </a:r>
            <a:r>
              <a:rPr dirty="0" spc="-40"/>
              <a:t> </a:t>
            </a:r>
            <a:r>
              <a:rPr dirty="0" spc="-10"/>
              <a:t>insights</a:t>
            </a:r>
            <a:r>
              <a:rPr dirty="0" spc="-35"/>
              <a:t> </a:t>
            </a:r>
            <a:r>
              <a:rPr dirty="0" spc="-10"/>
              <a:t>into</a:t>
            </a:r>
            <a:r>
              <a:rPr dirty="0" spc="-40"/>
              <a:t> </a:t>
            </a:r>
            <a:r>
              <a:rPr dirty="0" spc="-20"/>
              <a:t>hiring</a:t>
            </a:r>
            <a:r>
              <a:rPr dirty="0" spc="-35"/>
              <a:t> </a:t>
            </a:r>
            <a:r>
              <a:rPr dirty="0" spc="-20"/>
              <a:t>trends</a:t>
            </a:r>
            <a:r>
              <a:rPr dirty="0" spc="-40"/>
              <a:t> </a:t>
            </a:r>
            <a:r>
              <a:rPr dirty="0" spc="-20"/>
              <a:t>and</a:t>
            </a:r>
            <a:r>
              <a:rPr dirty="0" spc="-40"/>
              <a:t> </a:t>
            </a:r>
            <a:r>
              <a:rPr dirty="0" spc="-10"/>
              <a:t>candidate</a:t>
            </a: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pc="-10"/>
              <a:t>pools.</a:t>
            </a:r>
          </a:p>
          <a:p>
            <a:pPr>
              <a:lnSpc>
                <a:spcPct val="100000"/>
              </a:lnSpc>
              <a:spcBef>
                <a:spcPts val="135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-20"/>
              <a:t>Revolutionizing</a:t>
            </a:r>
            <a:r>
              <a:rPr dirty="0" spc="-5"/>
              <a:t> </a:t>
            </a:r>
            <a:r>
              <a:rPr dirty="0" spc="-10"/>
              <a:t>recruitment</a:t>
            </a:r>
            <a:r>
              <a:rPr dirty="0" spc="-5"/>
              <a:t> </a:t>
            </a:r>
            <a:r>
              <a:rPr dirty="0" spc="-10"/>
              <a:t>with</a:t>
            </a:r>
            <a:r>
              <a:rPr dirty="0" spc="-5"/>
              <a:t> </a:t>
            </a:r>
            <a:r>
              <a:rPr dirty="0" spc="-25"/>
              <a:t>AI!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Resume Parser — Hackathon Project</dc:title>
  <dcterms:created xsi:type="dcterms:W3CDTF">2025-11-04T11:30:21Z</dcterms:created>
  <dcterms:modified xsi:type="dcterms:W3CDTF">2025-11-04T11:30:21Z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2025-11-04T00:00:00Z</vt:filetime>
  </property>
</Properties>
</file>